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16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, Hongxiang" userId="2affc8f8-c876-4789-9367-8b353ea0c343" providerId="ADAL" clId="{DFC2668F-A0EB-4888-8818-FC62522BE142}"/>
    <pc:docChg chg="custSel modSld">
      <pc:chgData name="Yan, Hongxiang" userId="2affc8f8-c876-4789-9367-8b353ea0c343" providerId="ADAL" clId="{DFC2668F-A0EB-4888-8818-FC62522BE142}" dt="2021-11-23T22:34:53.696" v="15" actId="1076"/>
      <pc:docMkLst>
        <pc:docMk/>
      </pc:docMkLst>
      <pc:sldChg chg="addSp delSp modSp mod">
        <pc:chgData name="Yan, Hongxiang" userId="2affc8f8-c876-4789-9367-8b353ea0c343" providerId="ADAL" clId="{DFC2668F-A0EB-4888-8818-FC62522BE142}" dt="2021-11-23T22:34:53.696" v="15" actId="1076"/>
        <pc:sldMkLst>
          <pc:docMk/>
          <pc:sldMk cId="3043098612" sldId="256"/>
        </pc:sldMkLst>
        <pc:picChg chg="add mod ord">
          <ac:chgData name="Yan, Hongxiang" userId="2affc8f8-c876-4789-9367-8b353ea0c343" providerId="ADAL" clId="{DFC2668F-A0EB-4888-8818-FC62522BE142}" dt="2021-11-23T22:34:53.696" v="15" actId="1076"/>
          <ac:picMkLst>
            <pc:docMk/>
            <pc:sldMk cId="3043098612" sldId="256"/>
            <ac:picMk id="4" creationId="{2B7D6344-6430-4E8B-AEE7-179516BDB270}"/>
          </ac:picMkLst>
        </pc:picChg>
        <pc:picChg chg="del mod">
          <ac:chgData name="Yan, Hongxiang" userId="2affc8f8-c876-4789-9367-8b353ea0c343" providerId="ADAL" clId="{DFC2668F-A0EB-4888-8818-FC62522BE142}" dt="2021-11-23T22:32:41.962" v="2" actId="21"/>
          <ac:picMkLst>
            <pc:docMk/>
            <pc:sldMk cId="3043098612" sldId="256"/>
            <ac:picMk id="32" creationId="{589A30B7-5A7C-4809-B584-280413B9E3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312"/>
            <a:ext cx="10363200" cy="424462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3623"/>
            <a:ext cx="9144000" cy="294357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1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537"/>
            <a:ext cx="10515600" cy="50715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9048"/>
            <a:ext cx="10515600" cy="2666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556"/>
            <a:ext cx="51816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556"/>
            <a:ext cx="51816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5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14"/>
            <a:ext cx="105156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8734"/>
            <a:ext cx="5157787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3467"/>
            <a:ext cx="5157787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8734"/>
            <a:ext cx="5183188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3467"/>
            <a:ext cx="5183188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0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0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425"/>
            <a:ext cx="6172200" cy="866422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4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425"/>
            <a:ext cx="6172200" cy="866422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9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11"/>
            <a:ext cx="262890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11"/>
            <a:ext cx="773430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2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14"/>
            <a:ext cx="105156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556"/>
            <a:ext cx="105156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0080B-0B86-4577-A373-DCF7232D9F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0181"/>
            <a:ext cx="41148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68D46-C58D-4833-8ECB-FF0089293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1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angle 1023">
            <a:extLst>
              <a:ext uri="{FF2B5EF4-FFF2-40B4-BE49-F238E27FC236}">
                <a16:creationId xmlns:a16="http://schemas.microsoft.com/office/drawing/2014/main" id="{EC428496-C8B1-6701-C373-255B1CB44FEC}"/>
              </a:ext>
            </a:extLst>
          </p:cNvPr>
          <p:cNvSpPr/>
          <p:nvPr/>
        </p:nvSpPr>
        <p:spPr>
          <a:xfrm>
            <a:off x="372704" y="386803"/>
            <a:ext cx="5120165" cy="4019958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2" name="Picture 1071" descr="Map&#10;&#10;AI-generated content may be incorrect.">
            <a:extLst>
              <a:ext uri="{FF2B5EF4-FFF2-40B4-BE49-F238E27FC236}">
                <a16:creationId xmlns:a16="http://schemas.microsoft.com/office/drawing/2014/main" id="{A6548AB9-C5C7-9457-EB5A-5954AB6D2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127" y="305920"/>
            <a:ext cx="5302400" cy="4126787"/>
          </a:xfrm>
          <a:prstGeom prst="rect">
            <a:avLst/>
          </a:prstGeom>
        </p:spPr>
      </p:pic>
      <p:sp>
        <p:nvSpPr>
          <p:cNvPr id="1025" name="Rectangle 1024">
            <a:extLst>
              <a:ext uri="{FF2B5EF4-FFF2-40B4-BE49-F238E27FC236}">
                <a16:creationId xmlns:a16="http://schemas.microsoft.com/office/drawing/2014/main" id="{791392FE-2616-860F-2DE1-A83E7D693B0D}"/>
              </a:ext>
            </a:extLst>
          </p:cNvPr>
          <p:cNvSpPr/>
          <p:nvPr/>
        </p:nvSpPr>
        <p:spPr>
          <a:xfrm>
            <a:off x="370403" y="5048362"/>
            <a:ext cx="5120165" cy="40199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1F462-9657-4A00-BC82-08C0923C2174}"/>
              </a:ext>
            </a:extLst>
          </p:cNvPr>
          <p:cNvSpPr txBox="1"/>
          <p:nvPr/>
        </p:nvSpPr>
        <p:spPr>
          <a:xfrm>
            <a:off x="6543820" y="452835"/>
            <a:ext cx="4596619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3" b="1" i="1" dirty="0"/>
              <a:t>(2) DHSVM Hydrological Digital Twin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68FD8A-FA56-4C59-8596-9532B33F594C}"/>
              </a:ext>
            </a:extLst>
          </p:cNvPr>
          <p:cNvSpPr>
            <a:spLocks noChangeAspect="1"/>
          </p:cNvSpPr>
          <p:nvPr/>
        </p:nvSpPr>
        <p:spPr>
          <a:xfrm>
            <a:off x="596798" y="5470105"/>
            <a:ext cx="1371600" cy="1371600"/>
          </a:xfrm>
          <a:prstGeom prst="ellipse">
            <a:avLst/>
          </a:prstGeom>
          <a:blipFill>
            <a:blip r:embed="rId3"/>
            <a:srcRect/>
            <a:stretch>
              <a:fillRect l="-39000" r="-39000"/>
            </a:stretch>
          </a:blip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5A98AA-D32C-4FB1-A17A-20CCFBAA4253}"/>
              </a:ext>
            </a:extLst>
          </p:cNvPr>
          <p:cNvSpPr txBox="1"/>
          <p:nvPr/>
        </p:nvSpPr>
        <p:spPr>
          <a:xfrm>
            <a:off x="3730852" y="7556517"/>
            <a:ext cx="1793618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33" b="1" i="1" dirty="0"/>
              <a:t>(4) Resilient Infrastructure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7E97251-1FA1-4128-859D-BB2212D9B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855" y="2847245"/>
            <a:ext cx="2036414" cy="156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FCD194-96F7-4336-8365-909AA4231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718" y="5068696"/>
            <a:ext cx="5098201" cy="3999624"/>
          </a:xfrm>
          <a:prstGeom prst="rect">
            <a:avLst/>
          </a:prstGeom>
          <a:ln>
            <a:noFill/>
          </a:ln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45ACFE4-0C18-4CA6-898C-72B76D0F2636}"/>
              </a:ext>
            </a:extLst>
          </p:cNvPr>
          <p:cNvSpPr txBox="1"/>
          <p:nvPr/>
        </p:nvSpPr>
        <p:spPr>
          <a:xfrm>
            <a:off x="503766" y="442814"/>
            <a:ext cx="2137568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3" b="1" i="1" dirty="0"/>
              <a:t>(1) Historical Weather &amp; Future Scenarios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5C3D2B1-FACC-40FD-ABE3-809B1A527EE9}"/>
              </a:ext>
            </a:extLst>
          </p:cNvPr>
          <p:cNvSpPr/>
          <p:nvPr/>
        </p:nvSpPr>
        <p:spPr>
          <a:xfrm>
            <a:off x="8045952" y="7355842"/>
            <a:ext cx="1265688" cy="8591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BFEB31-9431-4EE5-B823-1C0DBAFD7FCE}"/>
              </a:ext>
            </a:extLst>
          </p:cNvPr>
          <p:cNvSpPr txBox="1"/>
          <p:nvPr/>
        </p:nvSpPr>
        <p:spPr>
          <a:xfrm>
            <a:off x="7344638" y="5099650"/>
            <a:ext cx="4207281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133" b="1" i="1" dirty="0"/>
              <a:t>(3) NG-IDF Curves &amp; Continuous Routing Flow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3570B7A-EFB9-4AFF-A80E-F4B48EB5C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821" y="7068508"/>
            <a:ext cx="1322488" cy="11048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443391C-7652-4AF7-909E-7CE5AF87F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3645" y="6210207"/>
            <a:ext cx="2091664" cy="766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95C80C-684F-1675-F0DE-FFB90D1D0A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597" y="1927366"/>
            <a:ext cx="2124656" cy="1849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3AE66A-64DF-63F6-4408-1310BDA07F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3696" y="544610"/>
            <a:ext cx="2124657" cy="1866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7CA634-C863-3A7A-B5ED-AA52C2EC10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7043" y="2393279"/>
            <a:ext cx="2116550" cy="191851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56925CA7-F11D-908A-6C3B-288C5596AC11}"/>
              </a:ext>
            </a:extLst>
          </p:cNvPr>
          <p:cNvSpPr/>
          <p:nvPr/>
        </p:nvSpPr>
        <p:spPr>
          <a:xfrm>
            <a:off x="6431755" y="386803"/>
            <a:ext cx="5120165" cy="401995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Oval 1025">
            <a:extLst>
              <a:ext uri="{FF2B5EF4-FFF2-40B4-BE49-F238E27FC236}">
                <a16:creationId xmlns:a16="http://schemas.microsoft.com/office/drawing/2014/main" id="{3EB2659E-40F2-DA63-2DF6-F703C1FE7C65}"/>
              </a:ext>
            </a:extLst>
          </p:cNvPr>
          <p:cNvSpPr>
            <a:spLocks noChangeAspect="1"/>
          </p:cNvSpPr>
          <p:nvPr/>
        </p:nvSpPr>
        <p:spPr>
          <a:xfrm>
            <a:off x="2263749" y="5470105"/>
            <a:ext cx="1371600" cy="1371600"/>
          </a:xfrm>
          <a:prstGeom prst="ellipse">
            <a:avLst/>
          </a:prstGeom>
          <a:blipFill rotWithShape="1">
            <a:blip r:embed="rId11"/>
            <a:stretch>
              <a:fillRect/>
            </a:stretch>
          </a:blip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14744BC4-ADE8-12DD-8BBC-0E6C32017949}"/>
              </a:ext>
            </a:extLst>
          </p:cNvPr>
          <p:cNvSpPr>
            <a:spLocks noChangeAspect="1"/>
          </p:cNvSpPr>
          <p:nvPr/>
        </p:nvSpPr>
        <p:spPr>
          <a:xfrm>
            <a:off x="3924902" y="5470105"/>
            <a:ext cx="1371600" cy="1371600"/>
          </a:xfrm>
          <a:prstGeom prst="ellipse">
            <a:avLst/>
          </a:prstGeom>
          <a:blipFill>
            <a:blip r:embed="rId12"/>
            <a:srcRect/>
            <a:stretch>
              <a:fillRect l="-20000" r="-20000"/>
            </a:stretch>
          </a:blip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4F846790-4104-6442-A80E-5382EEF59E73}"/>
              </a:ext>
            </a:extLst>
          </p:cNvPr>
          <p:cNvSpPr>
            <a:spLocks noChangeAspect="1"/>
          </p:cNvSpPr>
          <p:nvPr/>
        </p:nvSpPr>
        <p:spPr>
          <a:xfrm>
            <a:off x="594342" y="7251875"/>
            <a:ext cx="1373591" cy="1371600"/>
          </a:xfrm>
          <a:prstGeom prst="ellipse">
            <a:avLst/>
          </a:prstGeom>
          <a:blipFill>
            <a:blip r:embed="rId13"/>
            <a:srcRect/>
            <a:stretch>
              <a:fillRect l="-39000" r="-39000"/>
            </a:stretch>
          </a:blip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D6BA8753-CFA1-114E-6501-EA446462DEB8}"/>
              </a:ext>
            </a:extLst>
          </p:cNvPr>
          <p:cNvSpPr>
            <a:spLocks noChangeAspect="1"/>
          </p:cNvSpPr>
          <p:nvPr/>
        </p:nvSpPr>
        <p:spPr>
          <a:xfrm>
            <a:off x="2259322" y="7249510"/>
            <a:ext cx="1371600" cy="1371600"/>
          </a:xfrm>
          <a:prstGeom prst="ellipse">
            <a:avLst/>
          </a:prstGeom>
          <a:blipFill>
            <a:blip r:embed="rId14"/>
            <a:srcRect/>
            <a:stretch>
              <a:fillRect l="-25000" r="-25000"/>
            </a:stretch>
          </a:blip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7327EE3-F6B4-65EC-2035-B1E725D57C71}"/>
              </a:ext>
            </a:extLst>
          </p:cNvPr>
          <p:cNvSpPr/>
          <p:nvPr/>
        </p:nvSpPr>
        <p:spPr>
          <a:xfrm>
            <a:off x="6431754" y="5048362"/>
            <a:ext cx="5120165" cy="401995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B64C38-B79D-4365-83FD-8D67152B174F}"/>
              </a:ext>
            </a:extLst>
          </p:cNvPr>
          <p:cNvCxnSpPr>
            <a:cxnSpLocks/>
            <a:stCxn id="48" idx="0"/>
          </p:cNvCxnSpPr>
          <p:nvPr/>
        </p:nvCxnSpPr>
        <p:spPr>
          <a:xfrm flipH="1" flipV="1">
            <a:off x="5489419" y="4997074"/>
            <a:ext cx="3189377" cy="235876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341CDA-3046-467A-9A18-9E4C1165AD14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5489419" y="8214994"/>
            <a:ext cx="3189377" cy="86856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Oval 1039">
            <a:extLst>
              <a:ext uri="{FF2B5EF4-FFF2-40B4-BE49-F238E27FC236}">
                <a16:creationId xmlns:a16="http://schemas.microsoft.com/office/drawing/2014/main" id="{2454A7DC-70E8-A83C-09B2-D0A0E6928503}"/>
              </a:ext>
            </a:extLst>
          </p:cNvPr>
          <p:cNvSpPr/>
          <p:nvPr/>
        </p:nvSpPr>
        <p:spPr>
          <a:xfrm>
            <a:off x="7734948" y="1761018"/>
            <a:ext cx="601332" cy="57800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33FF16FA-67C9-39FB-2974-582D7E6A2E84}"/>
              </a:ext>
            </a:extLst>
          </p:cNvPr>
          <p:cNvCxnSpPr>
            <a:cxnSpLocks/>
            <a:stCxn id="1040" idx="3"/>
          </p:cNvCxnSpPr>
          <p:nvPr/>
        </p:nvCxnSpPr>
        <p:spPr>
          <a:xfrm flipH="1">
            <a:off x="6431754" y="2254374"/>
            <a:ext cx="1391257" cy="27427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490321C1-A29F-E5DA-4416-35238D3AA4F2}"/>
              </a:ext>
            </a:extLst>
          </p:cNvPr>
          <p:cNvCxnSpPr>
            <a:cxnSpLocks/>
            <a:stCxn id="1040" idx="5"/>
          </p:cNvCxnSpPr>
          <p:nvPr/>
        </p:nvCxnSpPr>
        <p:spPr>
          <a:xfrm>
            <a:off x="8248217" y="2254374"/>
            <a:ext cx="3303702" cy="27427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Oval 1049">
            <a:extLst>
              <a:ext uri="{FF2B5EF4-FFF2-40B4-BE49-F238E27FC236}">
                <a16:creationId xmlns:a16="http://schemas.microsoft.com/office/drawing/2014/main" id="{F577F035-4799-E7D2-4950-4D50078DFA46}"/>
              </a:ext>
            </a:extLst>
          </p:cNvPr>
          <p:cNvSpPr/>
          <p:nvPr/>
        </p:nvSpPr>
        <p:spPr>
          <a:xfrm>
            <a:off x="4229702" y="1252370"/>
            <a:ext cx="448978" cy="30671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F2184E27-D626-D485-71EB-FA89583C3A3D}"/>
              </a:ext>
            </a:extLst>
          </p:cNvPr>
          <p:cNvCxnSpPr>
            <a:cxnSpLocks/>
            <a:stCxn id="1050" idx="0"/>
          </p:cNvCxnSpPr>
          <p:nvPr/>
        </p:nvCxnSpPr>
        <p:spPr>
          <a:xfrm flipV="1">
            <a:off x="4454191" y="397879"/>
            <a:ext cx="1926177" cy="85449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53FD594F-5A4A-19E9-D73F-6A9DD2FF3F14}"/>
              </a:ext>
            </a:extLst>
          </p:cNvPr>
          <p:cNvCxnSpPr>
            <a:cxnSpLocks/>
            <a:stCxn id="1050" idx="4"/>
          </p:cNvCxnSpPr>
          <p:nvPr/>
        </p:nvCxnSpPr>
        <p:spPr>
          <a:xfrm>
            <a:off x="4454191" y="1559086"/>
            <a:ext cx="1926175" cy="282790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28C7065D-A9AD-F744-2C30-7B19E307087F}"/>
              </a:ext>
            </a:extLst>
          </p:cNvPr>
          <p:cNvSpPr txBox="1"/>
          <p:nvPr/>
        </p:nvSpPr>
        <p:spPr>
          <a:xfrm>
            <a:off x="4021967" y="2004173"/>
            <a:ext cx="139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133" b="1" i="1"/>
            </a:lvl1pPr>
          </a:lstStyle>
          <a:p>
            <a:r>
              <a:rPr lang="en-US" sz="1800" i="0" dirty="0">
                <a:solidFill>
                  <a:srgbClr val="FF0000"/>
                </a:solidFill>
              </a:rPr>
              <a:t>Scenario A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EBB98B47-DED1-C5C0-7D15-0B0AF9D4EDE2}"/>
              </a:ext>
            </a:extLst>
          </p:cNvPr>
          <p:cNvSpPr txBox="1"/>
          <p:nvPr/>
        </p:nvSpPr>
        <p:spPr>
          <a:xfrm>
            <a:off x="4028985" y="3882575"/>
            <a:ext cx="139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133" b="1" i="1"/>
            </a:lvl1pPr>
          </a:lstStyle>
          <a:p>
            <a:r>
              <a:rPr lang="en-US" sz="1800" i="0" dirty="0">
                <a:solidFill>
                  <a:schemeClr val="accent5">
                    <a:lumMod val="75000"/>
                  </a:schemeClr>
                </a:solidFill>
              </a:rPr>
              <a:t>Scenario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i="0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621F4DD-2C69-B297-05A3-94FFF244423B}"/>
              </a:ext>
            </a:extLst>
          </p:cNvPr>
          <p:cNvSpPr txBox="1"/>
          <p:nvPr/>
        </p:nvSpPr>
        <p:spPr>
          <a:xfrm>
            <a:off x="1511663" y="3371770"/>
            <a:ext cx="139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133" b="1" i="1"/>
            </a:lvl1pPr>
          </a:lstStyle>
          <a:p>
            <a:r>
              <a:rPr lang="en-US" sz="1800" i="0" dirty="0"/>
              <a:t>Historical</a:t>
            </a:r>
          </a:p>
        </p:txBody>
      </p:sp>
      <p:cxnSp>
        <p:nvCxnSpPr>
          <p:cNvPr id="1062" name="Connector: Curved 1061">
            <a:extLst>
              <a:ext uri="{FF2B5EF4-FFF2-40B4-BE49-F238E27FC236}">
                <a16:creationId xmlns:a16="http://schemas.microsoft.com/office/drawing/2014/main" id="{D59D1850-7EE7-3F99-EB78-51C6B92AD21D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2697253" y="1477986"/>
            <a:ext cx="456443" cy="1374231"/>
          </a:xfrm>
          <a:prstGeom prst="curvedConnector3">
            <a:avLst/>
          </a:prstGeom>
          <a:ln w="28575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: Curved 1063">
            <a:extLst>
              <a:ext uri="{FF2B5EF4-FFF2-40B4-BE49-F238E27FC236}">
                <a16:creationId xmlns:a16="http://schemas.microsoft.com/office/drawing/2014/main" id="{CDC44BE2-2D0D-3801-7217-FA52BB0B33C4}"/>
              </a:ext>
            </a:extLst>
          </p:cNvPr>
          <p:cNvCxnSpPr>
            <a:stCxn id="11" idx="3"/>
            <a:endCxn id="20" idx="1"/>
          </p:cNvCxnSpPr>
          <p:nvPr/>
        </p:nvCxnSpPr>
        <p:spPr>
          <a:xfrm>
            <a:off x="2697253" y="2852217"/>
            <a:ext cx="479790" cy="500317"/>
          </a:xfrm>
          <a:prstGeom prst="curvedConnector3">
            <a:avLst/>
          </a:prstGeom>
          <a:ln w="28575">
            <a:solidFill>
              <a:schemeClr val="tx1"/>
            </a:solidFill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C2CD6FE-F657-44E1-50AC-AD2907CC099D}"/>
              </a:ext>
            </a:extLst>
          </p:cNvPr>
          <p:cNvSpPr txBox="1"/>
          <p:nvPr/>
        </p:nvSpPr>
        <p:spPr>
          <a:xfrm>
            <a:off x="3403239" y="1231554"/>
            <a:ext cx="1116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  <a:effectLst/>
                <a:latin typeface="Google Sans"/>
              </a:rPr>
              <a:t>Interior Alaska</a:t>
            </a:r>
            <a:endParaRPr lang="en-US" b="1" dirty="0"/>
          </a:p>
        </p:txBody>
      </p:sp>
      <p:pic>
        <p:nvPicPr>
          <p:cNvPr id="1074" name="Picture 1073" descr="A picture containing text, sign, vector graphics&#10;&#10;AI-generated content may be incorrect.">
            <a:extLst>
              <a:ext uri="{FF2B5EF4-FFF2-40B4-BE49-F238E27FC236}">
                <a16:creationId xmlns:a16="http://schemas.microsoft.com/office/drawing/2014/main" id="{ADF7B4D4-EEB1-D852-F5D8-A24E08E6CE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26946" y="1811277"/>
            <a:ext cx="617336" cy="428791"/>
          </a:xfrm>
          <a:prstGeom prst="rect">
            <a:avLst/>
          </a:prstGeom>
        </p:spPr>
      </p:pic>
      <p:pic>
        <p:nvPicPr>
          <p:cNvPr id="1075" name="Picture 1074" descr="A picture containing text, sign, vector graphics&#10;&#10;AI-generated content may be incorrect.">
            <a:extLst>
              <a:ext uri="{FF2B5EF4-FFF2-40B4-BE49-F238E27FC236}">
                <a16:creationId xmlns:a16="http://schemas.microsoft.com/office/drawing/2014/main" id="{8EDC8D61-B762-F09C-DA97-D9D89E6062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13222" y="2844210"/>
            <a:ext cx="617336" cy="428791"/>
          </a:xfrm>
          <a:prstGeom prst="rect">
            <a:avLst/>
          </a:prstGeom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A4725053-CCAC-4433-854D-EB8B05205D6D}"/>
              </a:ext>
            </a:extLst>
          </p:cNvPr>
          <p:cNvSpPr txBox="1"/>
          <p:nvPr/>
        </p:nvSpPr>
        <p:spPr>
          <a:xfrm>
            <a:off x="9876797" y="2677450"/>
            <a:ext cx="1700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Fort Greely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014676C1-2561-EE08-9E24-EEA7B9EDDCE8}"/>
              </a:ext>
            </a:extLst>
          </p:cNvPr>
          <p:cNvSpPr txBox="1"/>
          <p:nvPr/>
        </p:nvSpPr>
        <p:spPr>
          <a:xfrm>
            <a:off x="6174971" y="1299572"/>
            <a:ext cx="1700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/>
              <a:t>Fort Wainwright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035DF552-F2F0-04D9-9E50-B0ECF60C7953}"/>
              </a:ext>
            </a:extLst>
          </p:cNvPr>
          <p:cNvSpPr txBox="1"/>
          <p:nvPr/>
        </p:nvSpPr>
        <p:spPr>
          <a:xfrm>
            <a:off x="8442007" y="2196990"/>
            <a:ext cx="2264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Eielson AFB</a:t>
            </a:r>
          </a:p>
        </p:txBody>
      </p:sp>
    </p:spTree>
    <p:extLst>
      <p:ext uri="{BB962C8B-B14F-4D97-AF65-F5344CB8AC3E}">
        <p14:creationId xmlns:p14="http://schemas.microsoft.com/office/powerpoint/2010/main" val="304309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1633</TotalTime>
  <Words>42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Yan, Hongxiang</dc:creator>
  <cp:lastModifiedBy>Yan, Hongxiang</cp:lastModifiedBy>
  <cp:revision>20</cp:revision>
  <dcterms:created xsi:type="dcterms:W3CDTF">2021-11-18T23:47:38Z</dcterms:created>
  <dcterms:modified xsi:type="dcterms:W3CDTF">2025-11-14T00:58:07Z</dcterms:modified>
</cp:coreProperties>
</file>